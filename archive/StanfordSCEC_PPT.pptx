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1"/>
  </p:notesMasterIdLst>
  <p:sldIdLst>
    <p:sldId id="262" r:id="rId2"/>
    <p:sldId id="260" r:id="rId3"/>
    <p:sldId id="265" r:id="rId4"/>
    <p:sldId id="267" r:id="rId5"/>
    <p:sldId id="268" r:id="rId6"/>
    <p:sldId id="269" r:id="rId7"/>
    <p:sldId id="276" r:id="rId8"/>
    <p:sldId id="263" r:id="rId9"/>
    <p:sldId id="259" r:id="rId10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565A"/>
    <a:srgbClr val="4298B5"/>
    <a:srgbClr val="FEC51D"/>
    <a:srgbClr val="007C92"/>
    <a:srgbClr val="204C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54"/>
    <p:restoredTop sz="96327"/>
  </p:normalViewPr>
  <p:slideViewPr>
    <p:cSldViewPr snapToGrid="0">
      <p:cViewPr varScale="1">
        <p:scale>
          <a:sx n="138" d="100"/>
          <a:sy n="138" d="100"/>
        </p:scale>
        <p:origin x="17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12655-39F8-F347-982F-58746B965C3A}" type="datetimeFigureOut">
              <a:rPr lang="en-US" smtClean="0"/>
              <a:t>4/1/24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6E32E-09CA-1D45-A9FC-AFD72038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41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/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F57962F0-D43B-AD1B-95F7-59D2CF5762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215261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25813" y="484442"/>
            <a:ext cx="3931919" cy="3288305"/>
          </a:xfrm>
        </p:spPr>
        <p:txBody>
          <a:bodyPr anchor="b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main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25813" y="3854026"/>
            <a:ext cx="3935306" cy="1198881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First Last Name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Date 20XX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4CEC4E-08A4-C71F-B0A5-85DDDB2EA3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57532" y="5383110"/>
            <a:ext cx="1600200" cy="192741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C0E9908-EFC8-2B4D-13A9-F0DFA354FB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25437" y="484443"/>
            <a:ext cx="4568463" cy="4568464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Insert image (square ratio)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809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txt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F57962F0-D43B-AD1B-95F7-59D2CF5762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215261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63132" y="1955800"/>
            <a:ext cx="7479792" cy="1405468"/>
          </a:xfrm>
        </p:spPr>
        <p:txBody>
          <a:bodyPr anchor="t" anchorCtr="0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main title style, continues across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88080" y="3386669"/>
            <a:ext cx="3935306" cy="1198881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First Last Name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Date 20XX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4CEC4E-08A4-C71F-B0A5-85DDDB2EA3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57532" y="5383110"/>
            <a:ext cx="1600200" cy="19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08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/image + graphic elem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text, silhouette&#10;&#10;Description automatically generated">
            <a:extLst>
              <a:ext uri="{FF2B5EF4-FFF2-40B4-BE49-F238E27FC236}">
                <a16:creationId xmlns:a16="http://schemas.microsoft.com/office/drawing/2014/main" id="{62FC2C5C-4480-C310-F167-8EE8AC2F10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7058" y="-11194"/>
            <a:ext cx="8196942" cy="5726194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799441-F534-A055-49C0-8C4A65814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224338"/>
            <a:ext cx="9144000" cy="1490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4CEC4E-08A4-C71F-B0A5-85DDDB2EA3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357532" y="233979"/>
            <a:ext cx="1600200" cy="19274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EF746EA-8D7B-2B2C-B6A6-AF6BC5BE2D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5813" y="853440"/>
            <a:ext cx="3931919" cy="2919307"/>
          </a:xfrm>
        </p:spPr>
        <p:txBody>
          <a:bodyPr anchor="b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main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C7A326A-5023-234E-A8FC-08D90ACB32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5813" y="3854026"/>
            <a:ext cx="3935306" cy="1198881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First Last Name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Date 20XX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6628AFC-58B4-A1DD-58D2-E36C40AFD24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840538" cy="4875213"/>
          </a:xfrm>
          <a:custGeom>
            <a:avLst/>
            <a:gdLst>
              <a:gd name="connsiteX0" fmla="*/ 0 w 6840538"/>
              <a:gd name="connsiteY0" fmla="*/ 0 h 4875213"/>
              <a:gd name="connsiteX1" fmla="*/ 6840538 w 6840538"/>
              <a:gd name="connsiteY1" fmla="*/ 0 h 4875213"/>
              <a:gd name="connsiteX2" fmla="*/ 6840538 w 6840538"/>
              <a:gd name="connsiteY2" fmla="*/ 16083 h 4875213"/>
              <a:gd name="connsiteX3" fmla="*/ 6695809 w 6840538"/>
              <a:gd name="connsiteY3" fmla="*/ 15070 h 4875213"/>
              <a:gd name="connsiteX4" fmla="*/ 6448699 w 6840538"/>
              <a:gd name="connsiteY4" fmla="*/ 14802 h 4875213"/>
              <a:gd name="connsiteX5" fmla="*/ 6300778 w 6840538"/>
              <a:gd name="connsiteY5" fmla="*/ 37885 h 4875213"/>
              <a:gd name="connsiteX6" fmla="*/ 6038492 w 6840538"/>
              <a:gd name="connsiteY6" fmla="*/ 413015 h 4875213"/>
              <a:gd name="connsiteX7" fmla="*/ 6027641 w 6840538"/>
              <a:gd name="connsiteY7" fmla="*/ 652885 h 4875213"/>
              <a:gd name="connsiteX8" fmla="*/ 5709861 w 6840538"/>
              <a:gd name="connsiteY8" fmla="*/ 975948 h 4875213"/>
              <a:gd name="connsiteX9" fmla="*/ 5506495 w 6840538"/>
              <a:gd name="connsiteY9" fmla="*/ 981422 h 4875213"/>
              <a:gd name="connsiteX10" fmla="*/ 5164347 w 6840538"/>
              <a:gd name="connsiteY10" fmla="*/ 1290444 h 4875213"/>
              <a:gd name="connsiteX11" fmla="*/ 5153971 w 6840538"/>
              <a:gd name="connsiteY11" fmla="*/ 1448121 h 4875213"/>
              <a:gd name="connsiteX12" fmla="*/ 5133078 w 6840538"/>
              <a:gd name="connsiteY12" fmla="*/ 1670430 h 4875213"/>
              <a:gd name="connsiteX13" fmla="*/ 4811634 w 6840538"/>
              <a:gd name="connsiteY13" fmla="*/ 1938474 h 4875213"/>
              <a:gd name="connsiteX14" fmla="*/ 4634776 w 6840538"/>
              <a:gd name="connsiteY14" fmla="*/ 1943852 h 4875213"/>
              <a:gd name="connsiteX15" fmla="*/ 4273829 w 6840538"/>
              <a:gd name="connsiteY15" fmla="*/ 2340162 h 4875213"/>
              <a:gd name="connsiteX16" fmla="*/ 4272687 w 6840538"/>
              <a:gd name="connsiteY16" fmla="*/ 2689210 h 4875213"/>
              <a:gd name="connsiteX17" fmla="*/ 4272687 w 6840538"/>
              <a:gd name="connsiteY17" fmla="*/ 2869827 h 4875213"/>
              <a:gd name="connsiteX18" fmla="*/ 4238468 w 6840538"/>
              <a:gd name="connsiteY18" fmla="*/ 2869827 h 4875213"/>
              <a:gd name="connsiteX19" fmla="*/ 3821550 w 6840538"/>
              <a:gd name="connsiteY19" fmla="*/ 2870065 h 4875213"/>
              <a:gd name="connsiteX20" fmla="*/ 3644075 w 6840538"/>
              <a:gd name="connsiteY20" fmla="*/ 2906474 h 4875213"/>
              <a:gd name="connsiteX21" fmla="*/ 3420576 w 6840538"/>
              <a:gd name="connsiteY21" fmla="*/ 3235962 h 4875213"/>
              <a:gd name="connsiteX22" fmla="*/ 3410154 w 6840538"/>
              <a:gd name="connsiteY22" fmla="*/ 3483971 h 4875213"/>
              <a:gd name="connsiteX23" fmla="*/ 3087615 w 6840538"/>
              <a:gd name="connsiteY23" fmla="*/ 3832210 h 4875213"/>
              <a:gd name="connsiteX24" fmla="*/ 2881822 w 6840538"/>
              <a:gd name="connsiteY24" fmla="*/ 3837778 h 4875213"/>
              <a:gd name="connsiteX25" fmla="*/ 2545861 w 6840538"/>
              <a:gd name="connsiteY25" fmla="*/ 4132095 h 4875213"/>
              <a:gd name="connsiteX26" fmla="*/ 2532630 w 6840538"/>
              <a:gd name="connsiteY26" fmla="*/ 4284061 h 4875213"/>
              <a:gd name="connsiteX27" fmla="*/ 2517828 w 6840538"/>
              <a:gd name="connsiteY27" fmla="*/ 4496660 h 4875213"/>
              <a:gd name="connsiteX28" fmla="*/ 2459764 w 6840538"/>
              <a:gd name="connsiteY28" fmla="*/ 4635014 h 4875213"/>
              <a:gd name="connsiteX29" fmla="*/ 1514371 w 6840538"/>
              <a:gd name="connsiteY29" fmla="*/ 4417465 h 4875213"/>
              <a:gd name="connsiteX30" fmla="*/ 771726 w 6840538"/>
              <a:gd name="connsiteY30" fmla="*/ 4293675 h 4875213"/>
              <a:gd name="connsiteX31" fmla="*/ 367326 w 6840538"/>
              <a:gd name="connsiteY31" fmla="*/ 4253982 h 4875213"/>
              <a:gd name="connsiteX32" fmla="*/ 6188 w 6840538"/>
              <a:gd name="connsiteY32" fmla="*/ 4238990 h 4875213"/>
              <a:gd name="connsiteX33" fmla="*/ 6148 w 6840538"/>
              <a:gd name="connsiteY33" fmla="*/ 4875213 h 4875213"/>
              <a:gd name="connsiteX34" fmla="*/ 0 w 6840538"/>
              <a:gd name="connsiteY34" fmla="*/ 4875213 h 487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840538" h="4875213">
                <a:moveTo>
                  <a:pt x="0" y="0"/>
                </a:moveTo>
                <a:lnTo>
                  <a:pt x="6840538" y="0"/>
                </a:lnTo>
                <a:lnTo>
                  <a:pt x="6840538" y="16083"/>
                </a:lnTo>
                <a:lnTo>
                  <a:pt x="6695809" y="15070"/>
                </a:lnTo>
                <a:cubicBezTo>
                  <a:pt x="6613431" y="14350"/>
                  <a:pt x="6531059" y="13874"/>
                  <a:pt x="6448699" y="14802"/>
                </a:cubicBezTo>
                <a:cubicBezTo>
                  <a:pt x="6399249" y="15373"/>
                  <a:pt x="6348468" y="23416"/>
                  <a:pt x="6300778" y="37885"/>
                </a:cubicBezTo>
                <a:cubicBezTo>
                  <a:pt x="6141485" y="86335"/>
                  <a:pt x="6043966" y="229209"/>
                  <a:pt x="6038492" y="413015"/>
                </a:cubicBezTo>
                <a:cubicBezTo>
                  <a:pt x="6036113" y="493066"/>
                  <a:pt x="6037541" y="573881"/>
                  <a:pt x="6027641" y="652885"/>
                </a:cubicBezTo>
                <a:cubicBezTo>
                  <a:pt x="6006510" y="821841"/>
                  <a:pt x="5865443" y="963479"/>
                  <a:pt x="5709861" y="975948"/>
                </a:cubicBezTo>
                <a:cubicBezTo>
                  <a:pt x="5642326" y="981327"/>
                  <a:pt x="5574268" y="979327"/>
                  <a:pt x="5506495" y="981422"/>
                </a:cubicBezTo>
                <a:cubicBezTo>
                  <a:pt x="5339776" y="986561"/>
                  <a:pt x="5198090" y="1112541"/>
                  <a:pt x="5164347" y="1290444"/>
                </a:cubicBezTo>
                <a:cubicBezTo>
                  <a:pt x="5154638" y="1341608"/>
                  <a:pt x="5154971" y="1395435"/>
                  <a:pt x="5153971" y="1448121"/>
                </a:cubicBezTo>
                <a:cubicBezTo>
                  <a:pt x="5152591" y="1522986"/>
                  <a:pt x="5155352" y="1597897"/>
                  <a:pt x="5133078" y="1670430"/>
                </a:cubicBezTo>
                <a:cubicBezTo>
                  <a:pt x="5087484" y="1818730"/>
                  <a:pt x="4954794" y="1930383"/>
                  <a:pt x="4811634" y="1938474"/>
                </a:cubicBezTo>
                <a:cubicBezTo>
                  <a:pt x="4752760" y="1941806"/>
                  <a:pt x="4693744" y="1941853"/>
                  <a:pt x="4634776" y="1943852"/>
                </a:cubicBezTo>
                <a:cubicBezTo>
                  <a:pt x="4432696" y="1950801"/>
                  <a:pt x="4277779" y="2119995"/>
                  <a:pt x="4273829" y="2340162"/>
                </a:cubicBezTo>
                <a:cubicBezTo>
                  <a:pt x="4271735" y="2456480"/>
                  <a:pt x="4272878" y="2572846"/>
                  <a:pt x="4272687" y="2689210"/>
                </a:cubicBezTo>
                <a:cubicBezTo>
                  <a:pt x="4272592" y="2747893"/>
                  <a:pt x="4272687" y="2806576"/>
                  <a:pt x="4272687" y="2869827"/>
                </a:cubicBezTo>
                <a:cubicBezTo>
                  <a:pt x="4256933" y="2869827"/>
                  <a:pt x="4247700" y="2869827"/>
                  <a:pt x="4238468" y="2869827"/>
                </a:cubicBezTo>
                <a:cubicBezTo>
                  <a:pt x="4099495" y="2869827"/>
                  <a:pt x="3960523" y="2869303"/>
                  <a:pt x="3821550" y="2870065"/>
                </a:cubicBezTo>
                <a:cubicBezTo>
                  <a:pt x="3760583" y="2870398"/>
                  <a:pt x="3700664" y="2881012"/>
                  <a:pt x="3644075" y="2906474"/>
                </a:cubicBezTo>
                <a:cubicBezTo>
                  <a:pt x="3509292" y="2967203"/>
                  <a:pt x="3433998" y="3078191"/>
                  <a:pt x="3420576" y="3235962"/>
                </a:cubicBezTo>
                <a:cubicBezTo>
                  <a:pt x="3413581" y="3318251"/>
                  <a:pt x="3416532" y="3401539"/>
                  <a:pt x="3410154" y="3483971"/>
                </a:cubicBezTo>
                <a:cubicBezTo>
                  <a:pt x="3396209" y="3664111"/>
                  <a:pt x="3252763" y="3818932"/>
                  <a:pt x="3087615" y="3832210"/>
                </a:cubicBezTo>
                <a:cubicBezTo>
                  <a:pt x="3019270" y="3837683"/>
                  <a:pt x="2950403" y="3835399"/>
                  <a:pt x="2881822" y="3837778"/>
                </a:cubicBezTo>
                <a:cubicBezTo>
                  <a:pt x="2723098" y="3843300"/>
                  <a:pt x="2581889" y="3965043"/>
                  <a:pt x="2545861" y="4132095"/>
                </a:cubicBezTo>
                <a:cubicBezTo>
                  <a:pt x="2535247" y="4181165"/>
                  <a:pt x="2536104" y="4233278"/>
                  <a:pt x="2532630" y="4284061"/>
                </a:cubicBezTo>
                <a:cubicBezTo>
                  <a:pt x="2527775" y="4355022"/>
                  <a:pt x="2531392" y="4427840"/>
                  <a:pt x="2517828" y="4496660"/>
                </a:cubicBezTo>
                <a:cubicBezTo>
                  <a:pt x="2507833" y="4547300"/>
                  <a:pt x="2487559" y="4594131"/>
                  <a:pt x="2459764" y="4635014"/>
                </a:cubicBezTo>
                <a:cubicBezTo>
                  <a:pt x="2147029" y="4552440"/>
                  <a:pt x="1832104" y="4478670"/>
                  <a:pt x="1514371" y="4417465"/>
                </a:cubicBezTo>
                <a:cubicBezTo>
                  <a:pt x="1268028" y="4370014"/>
                  <a:pt x="1019925" y="4330703"/>
                  <a:pt x="771726" y="4293675"/>
                </a:cubicBezTo>
                <a:cubicBezTo>
                  <a:pt x="637894" y="4273733"/>
                  <a:pt x="502395" y="4263596"/>
                  <a:pt x="367326" y="4253982"/>
                </a:cubicBezTo>
                <a:cubicBezTo>
                  <a:pt x="247201" y="4245415"/>
                  <a:pt x="126600" y="4243702"/>
                  <a:pt x="6188" y="4238990"/>
                </a:cubicBezTo>
                <a:lnTo>
                  <a:pt x="6148" y="4875213"/>
                </a:lnTo>
                <a:lnTo>
                  <a:pt x="0" y="487521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Insert image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026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/txt &amp; graphic elem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F57962F0-D43B-AD1B-95F7-59D2CF5762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215261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63133" y="1955800"/>
            <a:ext cx="7476067" cy="1405468"/>
          </a:xfrm>
        </p:spPr>
        <p:txBody>
          <a:bodyPr anchor="t" anchorCtr="0"/>
          <a:lstStyle>
            <a:lvl1pPr algn="l"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main title style, continues across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88080" y="3386669"/>
            <a:ext cx="3935306" cy="1198881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First Last Name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Date 20XX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4CEC4E-08A4-C71F-B0A5-85DDDB2EA3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57532" y="5383110"/>
            <a:ext cx="1600200" cy="192741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E390D0B6-7C8D-6AFE-0E0B-45D4A95D02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357532" y="5309034"/>
            <a:ext cx="1600200" cy="34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88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/txt on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63132" y="1955800"/>
            <a:ext cx="7479792" cy="1405468"/>
          </a:xfrm>
        </p:spPr>
        <p:txBody>
          <a:bodyPr anchor="t" anchorCtr="0"/>
          <a:lstStyle>
            <a:lvl1pPr algn="l"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main title style, continues across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88080" y="3386669"/>
            <a:ext cx="3935306" cy="1198881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First Last Name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Date 20XX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4CEC4E-08A4-C71F-B0A5-85DDDB2EA3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357532" y="5383110"/>
            <a:ext cx="1600200" cy="192741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FE0637C8-ED3F-F19F-5C08-EBE8AF0932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57532" y="5309034"/>
            <a:ext cx="1600200" cy="34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94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40" y="304271"/>
            <a:ext cx="8503920" cy="914929"/>
          </a:xfrm>
        </p:spPr>
        <p:txBody>
          <a:bodyPr/>
          <a:lstStyle/>
          <a:p>
            <a:r>
              <a:rPr lang="en-US" dirty="0"/>
              <a:t>Content slide – title one 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637EAD-EE5A-08B6-674E-72BC48E5D9B8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F8161-66D2-8164-188D-E9FE96DAC0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675" y="1335024"/>
            <a:ext cx="8503920" cy="38130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560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bkg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850A2D-1B7D-8A2D-30A7-5B07DBBD327C}"/>
              </a:ext>
            </a:extLst>
          </p:cNvPr>
          <p:cNvSpPr/>
          <p:nvPr userDrawn="1"/>
        </p:nvSpPr>
        <p:spPr>
          <a:xfrm>
            <a:off x="0" y="1333501"/>
            <a:ext cx="9144000" cy="396345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40" y="304271"/>
            <a:ext cx="8503920" cy="914929"/>
          </a:xfrm>
        </p:spPr>
        <p:txBody>
          <a:bodyPr/>
          <a:lstStyle/>
          <a:p>
            <a:r>
              <a:rPr lang="en-US" dirty="0"/>
              <a:t>Content w/background – title one 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340B6C-CA73-B044-A89C-37F5E5CDE01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897999A-5CCE-3781-664B-3FA2924D18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675" y="1483911"/>
            <a:ext cx="850392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79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39" y="304271"/>
            <a:ext cx="5669280" cy="914929"/>
          </a:xfrm>
        </p:spPr>
        <p:txBody>
          <a:bodyPr/>
          <a:lstStyle/>
          <a:p>
            <a:r>
              <a:rPr lang="en-US" dirty="0"/>
              <a:t>Content slide with image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637EAD-EE5A-08B6-674E-72BC48E5D9B8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000035E-6E2B-C8D7-F3EC-C616B1D56F9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163" y="304800"/>
            <a:ext cx="2697162" cy="4843463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Insert vertical image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6C6C23-B637-A307-D1A4-A318EF5BE8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0674" y="1335024"/>
            <a:ext cx="5669280" cy="38130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54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Comparison slide with two columns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177CE274-8713-884F-B04F-B6B90AF4196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6B76A3-7B3B-66A5-E020-61F692A2D0A8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2D4C75-924A-E1E8-AB47-E0EDDABAB6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675" y="1335024"/>
            <a:ext cx="4197096" cy="38130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BE9EF27-CA65-6736-ECE2-81135FA8D5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26231" y="1335024"/>
            <a:ext cx="4197096" cy="38130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35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727ADD-D432-4F31-86BB-446B7A676F3D}"/>
              </a:ext>
            </a:extLst>
          </p:cNvPr>
          <p:cNvSpPr/>
          <p:nvPr userDrawn="1"/>
        </p:nvSpPr>
        <p:spPr>
          <a:xfrm>
            <a:off x="4572000" y="0"/>
            <a:ext cx="4572000" cy="57149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40" y="304271"/>
            <a:ext cx="4023358" cy="914929"/>
          </a:xfrm>
        </p:spPr>
        <p:txBody>
          <a:bodyPr/>
          <a:lstStyle/>
          <a:p>
            <a:r>
              <a:rPr lang="en-US" dirty="0"/>
              <a:t>Data slide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304272"/>
            <a:ext cx="4023360" cy="4843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177CE274-8713-884F-B04F-B6B90AF4196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6B76A3-7B3B-66A5-E020-61F692A2D0A8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F355CC0-2C4B-EFBA-AB4F-7F83741CD6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675" y="1335024"/>
            <a:ext cx="4022723" cy="38130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07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850A2D-1B7D-8A2D-30A7-5B07DBBD327C}"/>
              </a:ext>
            </a:extLst>
          </p:cNvPr>
          <p:cNvSpPr/>
          <p:nvPr userDrawn="1"/>
        </p:nvSpPr>
        <p:spPr>
          <a:xfrm>
            <a:off x="0" y="1333501"/>
            <a:ext cx="9144000" cy="396345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40" y="304271"/>
            <a:ext cx="8503920" cy="914929"/>
          </a:xfrm>
        </p:spPr>
        <p:txBody>
          <a:bodyPr/>
          <a:lstStyle/>
          <a:p>
            <a:r>
              <a:rPr lang="en-US" dirty="0"/>
              <a:t>Objective slide – title one 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340B6C-CA73-B044-A89C-37F5E5CDE01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F00F302-309D-18BE-87A0-B30A53CE098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37718" y="4079554"/>
            <a:ext cx="6686241" cy="1217405"/>
          </a:xfrm>
        </p:spPr>
        <p:txBody>
          <a:bodyPr tIns="182880" anchor="ctr" anchorCtr="0">
            <a:norm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1800" b="0" i="0">
                <a:latin typeface="+mn-lt"/>
              </a:defRPr>
            </a:lvl2pPr>
            <a:lvl3pPr marL="685800" indent="0">
              <a:buNone/>
              <a:defRPr/>
            </a:lvl3pPr>
          </a:lstStyle>
          <a:p>
            <a:pPr marL="171450" marR="0" lvl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  <a:latin typeface="Calibri Light" panose="020F0302020204030204" pitchFamily="34" charset="0"/>
              </a:rPr>
              <a:t>Content goes here.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Proin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rhoncus</a:t>
            </a:r>
            <a:r>
              <a:rPr lang="en-US" dirty="0">
                <a:effectLst/>
                <a:latin typeface="Calibri Light" panose="020F0302020204030204" pitchFamily="34" charset="0"/>
              </a:rPr>
              <a:t>. </a:t>
            </a:r>
          </a:p>
          <a:p>
            <a:pPr lvl="1"/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63FE66B-EB76-C3D7-CBC0-A43EA5920B2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137717" y="2731169"/>
            <a:ext cx="6686241" cy="1217405"/>
          </a:xfrm>
        </p:spPr>
        <p:txBody>
          <a:bodyPr tIns="182880" anchor="ctr" anchorCtr="0">
            <a:norm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1800" b="0" i="0">
                <a:latin typeface="+mn-lt"/>
              </a:defRPr>
            </a:lvl2pPr>
            <a:lvl3pPr marL="685800" indent="0">
              <a:buNone/>
              <a:defRPr/>
            </a:lvl3pPr>
          </a:lstStyle>
          <a:p>
            <a:pPr marL="171450" marR="0" lvl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  <a:latin typeface="Calibri Light" panose="020F0302020204030204" pitchFamily="34" charset="0"/>
              </a:rPr>
              <a:t>Content goes here.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Proin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rhoncus</a:t>
            </a:r>
            <a:r>
              <a:rPr lang="en-US" dirty="0">
                <a:effectLst/>
                <a:latin typeface="Calibri Light" panose="020F0302020204030204" pitchFamily="34" charset="0"/>
              </a:rPr>
              <a:t>. </a:t>
            </a:r>
          </a:p>
          <a:p>
            <a:pPr lvl="1"/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474828E-B3D6-7006-9AAF-64F1EE99DE06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137716" y="1332972"/>
            <a:ext cx="6686241" cy="1217405"/>
          </a:xfrm>
        </p:spPr>
        <p:txBody>
          <a:bodyPr tIns="182880" anchor="ctr" anchorCtr="0">
            <a:norm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800" b="0" i="0">
                <a:latin typeface="+mn-lt"/>
              </a:defRPr>
            </a:lvl2pPr>
            <a:lvl3pPr marL="685800" indent="0">
              <a:buNone/>
              <a:defRPr/>
            </a:lvl3pPr>
          </a:lstStyle>
          <a:p>
            <a:pPr marL="171450" marR="0" lvl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  <a:latin typeface="Calibri Light" panose="020F0302020204030204" pitchFamily="34" charset="0"/>
              </a:rPr>
              <a:t>Content goes here.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Proin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rhoncus</a:t>
            </a:r>
            <a:r>
              <a:rPr lang="en-US" dirty="0">
                <a:effectLst/>
                <a:latin typeface="Calibri Light" panose="020F0302020204030204" pitchFamily="34" charset="0"/>
              </a:rPr>
              <a:t>.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3CFC7A-40FC-34EC-65D8-B0E9FFC804F3}"/>
              </a:ext>
            </a:extLst>
          </p:cNvPr>
          <p:cNvSpPr txBox="1"/>
          <p:nvPr userDrawn="1"/>
        </p:nvSpPr>
        <p:spPr>
          <a:xfrm>
            <a:off x="320040" y="1526176"/>
            <a:ext cx="1224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D4CD20-0DD6-522D-2BDC-5E9F1E38FC73}"/>
              </a:ext>
            </a:extLst>
          </p:cNvPr>
          <p:cNvSpPr txBox="1"/>
          <p:nvPr userDrawn="1"/>
        </p:nvSpPr>
        <p:spPr>
          <a:xfrm>
            <a:off x="320039" y="2731169"/>
            <a:ext cx="1224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A8F2B7-9F36-3044-6DFE-F76FD0DC92B0}"/>
              </a:ext>
            </a:extLst>
          </p:cNvPr>
          <p:cNvSpPr txBox="1"/>
          <p:nvPr userDrawn="1"/>
        </p:nvSpPr>
        <p:spPr>
          <a:xfrm>
            <a:off x="320039" y="4079554"/>
            <a:ext cx="1224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Georgia" panose="02040502050405020303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93585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tory inset w/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Three story inset with images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177CE274-8713-884F-B04F-B6B90AF4196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6B76A3-7B3B-66A5-E020-61F692A2D0A8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C7FAAFB-2588-DDF2-FAB9-CF7A30E5B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0675" y="1368424"/>
            <a:ext cx="2743200" cy="16002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Click to insert image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2A9FC8A-40D6-B726-43B9-7963F537A3A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00400" y="1368266"/>
            <a:ext cx="2743200" cy="16002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Click to insert image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B35323C-ED18-EB18-F7A4-7EC3ECB8293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80125" y="1368266"/>
            <a:ext cx="2743200" cy="16002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Click to insert image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F3CAC-923D-14B6-F0A3-957C29FA0B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675" y="3154362"/>
            <a:ext cx="2743200" cy="18383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>
                <a:effectLst/>
                <a:latin typeface="Calibri Light" panose="020F0302020204030204" pitchFamily="34" charset="0"/>
              </a:rPr>
              <a:t>Subheading goes here</a:t>
            </a:r>
          </a:p>
          <a:p>
            <a:r>
              <a:rPr lang="en-US" dirty="0">
                <a:effectLst/>
                <a:latin typeface="Calibri Light" panose="020F0302020204030204" pitchFamily="34" charset="0"/>
              </a:rPr>
              <a:t>This is body copy.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80F57D2-B06A-9195-ECB1-9554F456E1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00400" y="3154362"/>
            <a:ext cx="2743200" cy="18383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>
                <a:effectLst/>
                <a:latin typeface="Calibri Light" panose="020F0302020204030204" pitchFamily="34" charset="0"/>
              </a:rPr>
              <a:t>Subheading goes here</a:t>
            </a:r>
          </a:p>
          <a:p>
            <a:r>
              <a:rPr lang="en-US" dirty="0">
                <a:effectLst/>
                <a:latin typeface="Calibri Light" panose="020F0302020204030204" pitchFamily="34" charset="0"/>
              </a:rPr>
              <a:t>This is body copy.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5F4EA54-D2EE-087D-B777-EC9294D5D4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80125" y="3154362"/>
            <a:ext cx="2743200" cy="18383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>
                <a:effectLst/>
                <a:latin typeface="Calibri Light" panose="020F0302020204030204" pitchFamily="34" charset="0"/>
              </a:rPr>
              <a:t>Subheading goes here</a:t>
            </a:r>
          </a:p>
          <a:p>
            <a:r>
              <a:rPr lang="en-US" dirty="0">
                <a:effectLst/>
                <a:latin typeface="Calibri Light" panose="020F0302020204030204" pitchFamily="34" charset="0"/>
              </a:rPr>
              <a:t>This is body copy.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eros.</a:t>
            </a:r>
          </a:p>
        </p:txBody>
      </p:sp>
    </p:spTree>
    <p:extLst>
      <p:ext uri="{BB962C8B-B14F-4D97-AF65-F5344CB8AC3E}">
        <p14:creationId xmlns:p14="http://schemas.microsoft.com/office/powerpoint/2010/main" val="3370171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tory inset w/images (Cardinal bkgd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Three story inset with images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6B76A3-7B3B-66A5-E020-61F692A2D0A8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C7FAAFB-2588-DDF2-FAB9-CF7A30E5B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0675" y="1368424"/>
            <a:ext cx="2743200" cy="16002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Click to insert image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2A9FC8A-40D6-B726-43B9-7963F537A3A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00400" y="1368266"/>
            <a:ext cx="2743200" cy="16002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Click to insert image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B35323C-ED18-EB18-F7A4-7EC3ECB8293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80125" y="1368266"/>
            <a:ext cx="2743200" cy="16002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Click to insert image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C1EE1B-7E4E-6616-802F-B2C55238A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13316" y="5389834"/>
            <a:ext cx="1426464" cy="17181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F3B0C-7C89-CFDD-580C-3DE1E2FB9F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675" y="3154362"/>
            <a:ext cx="2743200" cy="183832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Calibri Light" panose="020F0302020204030204" pitchFamily="34" charset="0"/>
              </a:rPr>
              <a:t>Subheading goes here</a:t>
            </a:r>
          </a:p>
          <a:p>
            <a:r>
              <a:rPr lang="en-US" dirty="0">
                <a:effectLst/>
                <a:latin typeface="Calibri Light" panose="020F0302020204030204" pitchFamily="34" charset="0"/>
              </a:rPr>
              <a:t>This is body copy.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9404406-57CC-2CC6-4B29-BCB12EBEF4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00400" y="3154362"/>
            <a:ext cx="2743200" cy="183832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Calibri Light" panose="020F0302020204030204" pitchFamily="34" charset="0"/>
              </a:rPr>
              <a:t>Subheading goes here</a:t>
            </a:r>
          </a:p>
          <a:p>
            <a:r>
              <a:rPr lang="en-US" dirty="0">
                <a:effectLst/>
                <a:latin typeface="Calibri Light" panose="020F0302020204030204" pitchFamily="34" charset="0"/>
              </a:rPr>
              <a:t>This is body copy.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23E000F-9740-92B5-226E-7F2A9573F2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80125" y="3154362"/>
            <a:ext cx="2743200" cy="183832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Calibri Light" panose="020F0302020204030204" pitchFamily="34" charset="0"/>
              </a:rPr>
              <a:t>Subheading goes here</a:t>
            </a:r>
          </a:p>
          <a:p>
            <a:r>
              <a:rPr lang="en-US" dirty="0">
                <a:effectLst/>
                <a:latin typeface="Calibri Light" panose="020F0302020204030204" pitchFamily="34" charset="0"/>
              </a:rPr>
              <a:t>This is body copy.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eros.</a:t>
            </a:r>
          </a:p>
        </p:txBody>
      </p:sp>
    </p:spTree>
    <p:extLst>
      <p:ext uri="{BB962C8B-B14F-4D97-AF65-F5344CB8AC3E}">
        <p14:creationId xmlns:p14="http://schemas.microsoft.com/office/powerpoint/2010/main" val="3703020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opp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68484C-AC53-310A-3E63-11563691DA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3215261" cy="5715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63132" y="3967701"/>
            <a:ext cx="5960019" cy="9621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subheading (optional)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ACF870-2F5D-892A-9CA1-99944B31E6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3132" y="1955799"/>
            <a:ext cx="7479792" cy="1844899"/>
          </a:xfrm>
        </p:spPr>
        <p:txBody>
          <a:bodyPr anchor="t" anchorCtr="0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 header</a:t>
            </a:r>
            <a:br>
              <a:rPr lang="en-US" dirty="0"/>
            </a:br>
            <a:r>
              <a:rPr lang="en-US" dirty="0"/>
              <a:t>title goes here, this is about main subject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D58C70-A025-2C98-C9D6-91718259CCE9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292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Illuminating (Dark)">
    <p:bg>
      <p:bgPr>
        <a:solidFill>
          <a:srgbClr val="FEC5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FF3D13-25FB-D093-39D3-F46A232C01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rcRect/>
          <a:stretch/>
        </p:blipFill>
        <p:spPr>
          <a:xfrm>
            <a:off x="0" y="0"/>
            <a:ext cx="3215260" cy="5715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63132" y="3967701"/>
            <a:ext cx="5960019" cy="9621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subheading (optional)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ACF870-2F5D-892A-9CA1-99944B31E6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3132" y="1955799"/>
            <a:ext cx="7479792" cy="1844899"/>
          </a:xfrm>
        </p:spPr>
        <p:txBody>
          <a:bodyPr anchor="t" anchorCtr="0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 header</a:t>
            </a:r>
            <a:br>
              <a:rPr lang="en-US" dirty="0"/>
            </a:br>
            <a:r>
              <a:rPr lang="en-US" dirty="0"/>
              <a:t>title goes here, this is about main subject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D58C70-A025-2C98-C9D6-91718259CCE9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439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alo Ver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CE173C3A-5C98-54E9-53FC-C33B2FF433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3215261" cy="5715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63132" y="3967701"/>
            <a:ext cx="5960019" cy="9621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subheading (optional)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ACF870-2F5D-892A-9CA1-99944B31E6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3132" y="1955799"/>
            <a:ext cx="7479792" cy="1844899"/>
          </a:xfrm>
        </p:spPr>
        <p:txBody>
          <a:bodyPr anchor="t" anchorCtr="0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 header</a:t>
            </a:r>
            <a:br>
              <a:rPr lang="en-US" dirty="0"/>
            </a:br>
            <a:r>
              <a:rPr lang="en-US" dirty="0"/>
              <a:t>title goes here, this is about main subject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D58C70-A025-2C98-C9D6-91718259CCE9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3999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Sky">
    <p:bg>
      <p:bgPr>
        <a:solidFill>
          <a:srgbClr val="4298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A87BB1C2-25D1-C630-D541-D13D26A4F6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3215261" cy="5715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63132" y="3967701"/>
            <a:ext cx="5960019" cy="9621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subheading (optional)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ACF870-2F5D-892A-9CA1-99944B31E6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3132" y="1955799"/>
            <a:ext cx="7479792" cy="1844899"/>
          </a:xfrm>
        </p:spPr>
        <p:txBody>
          <a:bodyPr anchor="t" anchorCtr="0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 header</a:t>
            </a:r>
            <a:br>
              <a:rPr lang="en-US" dirty="0"/>
            </a:br>
            <a:r>
              <a:rPr lang="en-US" dirty="0"/>
              <a:t>title goes here, this is about main subject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D58C70-A025-2C98-C9D6-91718259CCE9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7978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lum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9B1620-33A2-EB92-1A78-56D0FCB9B5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3215260" cy="5715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63132" y="3967701"/>
            <a:ext cx="5960019" cy="9621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subheading (optional)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ACF870-2F5D-892A-9CA1-99944B31E6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3132" y="1955799"/>
            <a:ext cx="7479792" cy="1844899"/>
          </a:xfrm>
        </p:spPr>
        <p:txBody>
          <a:bodyPr anchor="t" anchorCtr="0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 header</a:t>
            </a:r>
            <a:br>
              <a:rPr lang="en-US" dirty="0"/>
            </a:br>
            <a:r>
              <a:rPr lang="en-US" dirty="0"/>
              <a:t>title goes here, this is about main subject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D58C70-A025-2C98-C9D6-91718259CCE9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1505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Thank You">
    <p:bg>
      <p:bgPr>
        <a:solidFill>
          <a:srgbClr val="5356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65630BED-1E98-0CEF-3896-D0DA0B0CA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3215261" cy="5715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ACF870-2F5D-892A-9CA1-99944B31E6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3132" y="3298709"/>
            <a:ext cx="7479792" cy="1844899"/>
          </a:xfrm>
        </p:spPr>
        <p:txBody>
          <a:bodyPr anchor="b" anchorCtr="0"/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8C632-C05E-CB25-DBC6-9EB32E63793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3316" y="5389834"/>
            <a:ext cx="1426464" cy="17181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D58C70-A025-2C98-C9D6-91718259CCE9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5248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177CE274-8713-884F-B04F-B6B90AF41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3793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177CE274-8713-884F-B04F-B6B90AF41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744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Title Partner Logo">
  <p:cSld name="Photo Title Partner Logo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3"/>
          <p:cNvSpPr txBox="1">
            <a:spLocks noGrp="1"/>
          </p:cNvSpPr>
          <p:nvPr>
            <p:ph type="title"/>
          </p:nvPr>
        </p:nvSpPr>
        <p:spPr>
          <a:xfrm>
            <a:off x="171450" y="3128386"/>
            <a:ext cx="8801100" cy="92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5400"/>
              <a:buFont typeface="Source Sans Pro"/>
              <a:buNone/>
              <a:defRPr sz="4050">
                <a:latin typeface="Century Gothic" panose="020B0502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3"/>
          <p:cNvSpPr txBox="1">
            <a:spLocks noGrp="1"/>
          </p:cNvSpPr>
          <p:nvPr>
            <p:ph type="body" idx="1"/>
          </p:nvPr>
        </p:nvSpPr>
        <p:spPr>
          <a:xfrm>
            <a:off x="171450" y="4133160"/>
            <a:ext cx="8801100" cy="41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342900" lvl="0" indent="-17145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2E2D29"/>
              </a:buClr>
              <a:buSzPts val="2000"/>
              <a:buNone/>
              <a:defRPr sz="1500" b="1"/>
            </a:lvl1pPr>
            <a:lvl2pPr marL="685800" lvl="1" indent="-17145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800"/>
              <a:buNone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800"/>
              <a:buChar char="•"/>
              <a:defRPr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800"/>
              <a:buNone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2857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" name="Google Shape;31;p43"/>
          <p:cNvSpPr txBox="1">
            <a:spLocks noGrp="1"/>
          </p:cNvSpPr>
          <p:nvPr>
            <p:ph type="body" idx="3"/>
          </p:nvPr>
        </p:nvSpPr>
        <p:spPr>
          <a:xfrm>
            <a:off x="4804597" y="247074"/>
            <a:ext cx="4065985" cy="957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030A0"/>
              </a:buClr>
              <a:buSzPts val="2200"/>
              <a:buNone/>
              <a:defRPr>
                <a:solidFill>
                  <a:srgbClr val="7030A0"/>
                </a:solidFill>
              </a:defRPr>
            </a:lvl1pPr>
            <a:lvl2pPr marL="685800" lvl="1" indent="-17145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800"/>
              <a:buNone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800"/>
              <a:buChar char="•"/>
              <a:defRPr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800"/>
              <a:buNone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3"/>
          <p:cNvSpPr txBox="1">
            <a:spLocks noGrp="1"/>
          </p:cNvSpPr>
          <p:nvPr>
            <p:ph type="ftr" idx="11"/>
          </p:nvPr>
        </p:nvSpPr>
        <p:spPr>
          <a:xfrm>
            <a:off x="171450" y="5220230"/>
            <a:ext cx="6429375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5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97278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with image 2">
  <p:cSld name="Title with image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6"/>
          <p:cNvSpPr txBox="1">
            <a:spLocks noGrp="1"/>
          </p:cNvSpPr>
          <p:nvPr>
            <p:ph type="title"/>
          </p:nvPr>
        </p:nvSpPr>
        <p:spPr>
          <a:xfrm>
            <a:off x="0" y="2447426"/>
            <a:ext cx="9144000" cy="981013"/>
          </a:xfrm>
          <a:prstGeom prst="rect">
            <a:avLst/>
          </a:prstGeom>
          <a:gradFill>
            <a:gsLst>
              <a:gs pos="0">
                <a:srgbClr val="9A9A9A">
                  <a:alpha val="0"/>
                </a:srgbClr>
              </a:gs>
              <a:gs pos="67000">
                <a:srgbClr val="000000">
                  <a:alpha val="29803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>
            <a:noFill/>
          </a:ln>
          <a:effectLst>
            <a:outerShdw blurRad="12700" dist="12700" dir="5400000" algn="ctr" rotWithShape="0">
              <a:schemeClr val="dk1">
                <a:alpha val="49803"/>
              </a:schemeClr>
            </a:outerShdw>
          </a:effectLst>
        </p:spPr>
        <p:txBody>
          <a:bodyPr spcFirstLastPara="1" wrap="square" lIns="365750" tIns="365750" rIns="365750" bIns="91425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ans Pro"/>
              <a:buNone/>
              <a:defRPr sz="3750" b="1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6"/>
          <p:cNvSpPr/>
          <p:nvPr/>
        </p:nvSpPr>
        <p:spPr>
          <a:xfrm rot="5400000">
            <a:off x="3216937" y="2396777"/>
            <a:ext cx="83198" cy="6174171"/>
          </a:xfrm>
          <a:prstGeom prst="rect">
            <a:avLst/>
          </a:prstGeom>
          <a:solidFill>
            <a:schemeClr val="dk1">
              <a:alpha val="9803"/>
            </a:scheme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4" name="Google Shape;44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0825" y="5284010"/>
            <a:ext cx="2324100" cy="186226"/>
          </a:xfrm>
          <a:prstGeom prst="rect">
            <a:avLst/>
          </a:prstGeom>
          <a:noFill/>
          <a:ln>
            <a:noFill/>
          </a:ln>
          <a:effectLst>
            <a:outerShdw blurRad="12700" dist="12700" dir="5400000" algn="ctr" rotWithShape="0">
              <a:schemeClr val="dk1">
                <a:alpha val="44705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16294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rcle_Photos_Captions">
  <p:cSld name="Circle_Photos_Captions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8"/>
          <p:cNvSpPr txBox="1">
            <a:spLocks noGrp="1"/>
          </p:cNvSpPr>
          <p:nvPr>
            <p:ph type="body" idx="1"/>
          </p:nvPr>
        </p:nvSpPr>
        <p:spPr>
          <a:xfrm>
            <a:off x="514350" y="3369078"/>
            <a:ext cx="1723870" cy="6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342900" lvl="0" indent="-17145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C1515"/>
              </a:buClr>
              <a:buSzPts val="2400"/>
              <a:buNone/>
              <a:defRPr sz="1800">
                <a:solidFill>
                  <a:srgbClr val="8C151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685800" lvl="1" indent="-171450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400"/>
              <a:buFont typeface="Arial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129" name="Google Shape;129;p58"/>
          <p:cNvSpPr>
            <a:spLocks noGrp="1"/>
          </p:cNvSpPr>
          <p:nvPr>
            <p:ph type="pic" idx="2"/>
          </p:nvPr>
        </p:nvSpPr>
        <p:spPr>
          <a:xfrm>
            <a:off x="722930" y="1698337"/>
            <a:ext cx="1306709" cy="145185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0" name="Google Shape;130;p58"/>
          <p:cNvSpPr txBox="1">
            <a:spLocks noGrp="1"/>
          </p:cNvSpPr>
          <p:nvPr>
            <p:ph type="title"/>
          </p:nvPr>
        </p:nvSpPr>
        <p:spPr>
          <a:xfrm>
            <a:off x="514350" y="578472"/>
            <a:ext cx="7927436" cy="465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58"/>
          <p:cNvSpPr txBox="1">
            <a:spLocks noGrp="1"/>
          </p:cNvSpPr>
          <p:nvPr>
            <p:ph type="body" idx="3"/>
          </p:nvPr>
        </p:nvSpPr>
        <p:spPr>
          <a:xfrm>
            <a:off x="514351" y="1049396"/>
            <a:ext cx="7927435" cy="41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2E2D29"/>
              </a:buClr>
              <a:buSzPts val="2200"/>
              <a:buNone/>
              <a:defRPr sz="1650" b="0"/>
            </a:lvl1pPr>
            <a:lvl2pPr marL="685800" lvl="1" indent="-17145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800"/>
              <a:buNone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800"/>
              <a:buChar char="•"/>
              <a:defRPr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800"/>
              <a:buNone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58"/>
          <p:cNvSpPr txBox="1">
            <a:spLocks noGrp="1"/>
          </p:cNvSpPr>
          <p:nvPr>
            <p:ph type="body" idx="4"/>
          </p:nvPr>
        </p:nvSpPr>
        <p:spPr>
          <a:xfrm>
            <a:off x="2582205" y="3369078"/>
            <a:ext cx="1723870" cy="6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342900" lvl="0" indent="-17145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C1515"/>
              </a:buClr>
              <a:buSzPts val="2400"/>
              <a:buNone/>
              <a:defRPr sz="1800">
                <a:solidFill>
                  <a:srgbClr val="8C151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685800" lvl="1" indent="-171450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400"/>
              <a:buFont typeface="Arial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133" name="Google Shape;133;p58"/>
          <p:cNvSpPr>
            <a:spLocks noGrp="1"/>
          </p:cNvSpPr>
          <p:nvPr>
            <p:ph type="pic" idx="5"/>
          </p:nvPr>
        </p:nvSpPr>
        <p:spPr>
          <a:xfrm>
            <a:off x="2790785" y="1698337"/>
            <a:ext cx="1306709" cy="145185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4" name="Google Shape;134;p58"/>
          <p:cNvSpPr txBox="1">
            <a:spLocks noGrp="1"/>
          </p:cNvSpPr>
          <p:nvPr>
            <p:ph type="body" idx="6"/>
          </p:nvPr>
        </p:nvSpPr>
        <p:spPr>
          <a:xfrm>
            <a:off x="2582205" y="4073563"/>
            <a:ext cx="1723870" cy="106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342900" lvl="0" indent="-17145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C1515"/>
              </a:buClr>
              <a:buSzPts val="1800"/>
              <a:buNone/>
              <a:defRPr sz="1350">
                <a:solidFill>
                  <a:srgbClr val="8C151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685800" lvl="1" indent="-171450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2000"/>
              <a:buFont typeface="Arial"/>
              <a:buNone/>
              <a:defRPr sz="150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135" name="Google Shape;135;p58"/>
          <p:cNvSpPr txBox="1">
            <a:spLocks noGrp="1"/>
          </p:cNvSpPr>
          <p:nvPr>
            <p:ph type="body" idx="7"/>
          </p:nvPr>
        </p:nvSpPr>
        <p:spPr>
          <a:xfrm>
            <a:off x="6717916" y="3369078"/>
            <a:ext cx="1723870" cy="6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342900" lvl="0" indent="-17145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C1515"/>
              </a:buClr>
              <a:buSzPts val="2400"/>
              <a:buNone/>
              <a:defRPr sz="1800">
                <a:solidFill>
                  <a:srgbClr val="8C151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685800" lvl="1" indent="-171450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400"/>
              <a:buFont typeface="Arial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136" name="Google Shape;136;p58"/>
          <p:cNvSpPr>
            <a:spLocks noGrp="1"/>
          </p:cNvSpPr>
          <p:nvPr>
            <p:ph type="pic" idx="8"/>
          </p:nvPr>
        </p:nvSpPr>
        <p:spPr>
          <a:xfrm>
            <a:off x="6926496" y="1698337"/>
            <a:ext cx="1306709" cy="145185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7" name="Google Shape;137;p58"/>
          <p:cNvSpPr txBox="1">
            <a:spLocks noGrp="1"/>
          </p:cNvSpPr>
          <p:nvPr>
            <p:ph type="body" idx="9"/>
          </p:nvPr>
        </p:nvSpPr>
        <p:spPr>
          <a:xfrm>
            <a:off x="6717916" y="4050472"/>
            <a:ext cx="1723870" cy="113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342900" lvl="0" indent="-17145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C1515"/>
              </a:buClr>
              <a:buSzPts val="1800"/>
              <a:buNone/>
              <a:defRPr sz="1350">
                <a:solidFill>
                  <a:srgbClr val="8C151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685800" lvl="1" indent="-171450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2000"/>
              <a:buFont typeface="Arial"/>
              <a:buNone/>
              <a:defRPr sz="150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138" name="Google Shape;138;p58"/>
          <p:cNvSpPr txBox="1">
            <a:spLocks noGrp="1"/>
          </p:cNvSpPr>
          <p:nvPr>
            <p:ph type="body" idx="13"/>
          </p:nvPr>
        </p:nvSpPr>
        <p:spPr>
          <a:xfrm>
            <a:off x="4650060" y="3369078"/>
            <a:ext cx="1723870" cy="6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342900" lvl="0" indent="-17145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C1515"/>
              </a:buClr>
              <a:buSzPts val="2400"/>
              <a:buNone/>
              <a:defRPr sz="1800">
                <a:solidFill>
                  <a:srgbClr val="8C151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685800" lvl="1" indent="-171450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400"/>
              <a:buFont typeface="Arial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139" name="Google Shape;139;p58"/>
          <p:cNvSpPr>
            <a:spLocks noGrp="1"/>
          </p:cNvSpPr>
          <p:nvPr>
            <p:ph type="pic" idx="14"/>
          </p:nvPr>
        </p:nvSpPr>
        <p:spPr>
          <a:xfrm>
            <a:off x="4858640" y="1698337"/>
            <a:ext cx="1306709" cy="145185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0" name="Google Shape;140;p58"/>
          <p:cNvSpPr txBox="1">
            <a:spLocks noGrp="1"/>
          </p:cNvSpPr>
          <p:nvPr>
            <p:ph type="body" idx="15"/>
          </p:nvPr>
        </p:nvSpPr>
        <p:spPr>
          <a:xfrm>
            <a:off x="4650060" y="4050472"/>
            <a:ext cx="1723870" cy="113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342900" lvl="0" indent="-17145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C1515"/>
              </a:buClr>
              <a:buSzPts val="1800"/>
              <a:buNone/>
              <a:defRPr sz="1350">
                <a:solidFill>
                  <a:srgbClr val="8C151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685800" lvl="1" indent="-171450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2000"/>
              <a:buFont typeface="Arial"/>
              <a:buNone/>
              <a:defRPr sz="150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141" name="Google Shape;141;p58"/>
          <p:cNvSpPr txBox="1">
            <a:spLocks noGrp="1"/>
          </p:cNvSpPr>
          <p:nvPr>
            <p:ph type="body" idx="16"/>
          </p:nvPr>
        </p:nvSpPr>
        <p:spPr>
          <a:xfrm>
            <a:off x="518682" y="4073563"/>
            <a:ext cx="1723870" cy="106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342900" lvl="0" indent="-17145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C1515"/>
              </a:buClr>
              <a:buSzPts val="1800"/>
              <a:buNone/>
              <a:defRPr sz="1350">
                <a:solidFill>
                  <a:srgbClr val="8C151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685800" lvl="1" indent="-171450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2000"/>
              <a:buFont typeface="Arial"/>
              <a:buNone/>
              <a:defRPr sz="150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E2D29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142" name="Google Shape;142;p58"/>
          <p:cNvSpPr txBox="1">
            <a:spLocks noGrp="1"/>
          </p:cNvSpPr>
          <p:nvPr>
            <p:ph type="ftr" idx="11"/>
          </p:nvPr>
        </p:nvSpPr>
        <p:spPr>
          <a:xfrm>
            <a:off x="171450" y="5220230"/>
            <a:ext cx="6429375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5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8007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0040" y="304271"/>
            <a:ext cx="8503920" cy="91492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333500"/>
            <a:ext cx="8503920" cy="381396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C7CA68-7FB4-321D-C8E0-C926B3A1C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66560" y="5286377"/>
            <a:ext cx="20574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0B846F7A-F379-7344-96C1-F93ECF6653C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Google Shape;12;p40">
            <a:extLst>
              <a:ext uri="{FF2B5EF4-FFF2-40B4-BE49-F238E27FC236}">
                <a16:creationId xmlns:a16="http://schemas.microsoft.com/office/drawing/2014/main" id="{DEEBC2FA-49A2-0515-81F4-582730362A77}"/>
              </a:ext>
            </a:extLst>
          </p:cNvPr>
          <p:cNvPicPr preferRelativeResize="0"/>
          <p:nvPr userDrawn="1"/>
        </p:nvPicPr>
        <p:blipFill rotWithShape="1">
          <a:blip r:embed="rId26">
            <a:alphaModFix/>
          </a:blip>
          <a:srcRect t="-21203" b="-21202"/>
          <a:stretch/>
        </p:blipFill>
        <p:spPr>
          <a:xfrm>
            <a:off x="191654" y="5361857"/>
            <a:ext cx="2259678" cy="2277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2746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2" r:id="rId3"/>
    <p:sldLayoutId id="2147483671" r:id="rId4"/>
    <p:sldLayoutId id="2147483673" r:id="rId5"/>
    <p:sldLayoutId id="2147483662" r:id="rId6"/>
    <p:sldLayoutId id="2147483674" r:id="rId7"/>
    <p:sldLayoutId id="2147483675" r:id="rId8"/>
    <p:sldLayoutId id="2147483664" r:id="rId9"/>
    <p:sldLayoutId id="2147483684" r:id="rId10"/>
    <p:sldLayoutId id="2147483676" r:id="rId11"/>
    <p:sldLayoutId id="2147483677" r:id="rId12"/>
    <p:sldLayoutId id="2147483678" r:id="rId13"/>
    <p:sldLayoutId id="2147483663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66" r:id="rId20"/>
    <p:sldLayoutId id="2147483667" r:id="rId21"/>
    <p:sldLayoutId id="2147483685" r:id="rId22"/>
    <p:sldLayoutId id="2147483686" r:id="rId23"/>
    <p:sldLayoutId id="2147483687" r:id="rId2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300" b="0" i="0" kern="1200">
          <a:solidFill>
            <a:schemeClr val="bg2">
              <a:lumMod val="1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bg2">
              <a:lumMod val="1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bg2">
              <a:lumMod val="1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bg2">
              <a:lumMod val="1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bg2">
              <a:lumMod val="1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6C4DE-CB36-9D89-68BF-FF70681B68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Templates &amp; Guidelines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DE9DDB-3BC3-44C9-C321-84521D3B34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University Communications</a:t>
            </a:r>
          </a:p>
          <a:p>
            <a:r>
              <a:rPr lang="en-US" i="1" dirty="0"/>
              <a:t>Created: Jan 2023</a:t>
            </a:r>
          </a:p>
        </p:txBody>
      </p:sp>
    </p:spTree>
    <p:extLst>
      <p:ext uri="{BB962C8B-B14F-4D97-AF65-F5344CB8AC3E}">
        <p14:creationId xmlns:p14="http://schemas.microsoft.com/office/powerpoint/2010/main" val="894177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"/>
          <p:cNvSpPr txBox="1">
            <a:spLocks noGrp="1"/>
          </p:cNvSpPr>
          <p:nvPr>
            <p:ph type="title"/>
          </p:nvPr>
        </p:nvSpPr>
        <p:spPr>
          <a:xfrm>
            <a:off x="171450" y="3101297"/>
            <a:ext cx="8801100" cy="83694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r>
              <a:rPr lang="en-US" dirty="0"/>
              <a:t>Title</a:t>
            </a:r>
            <a:endParaRPr dirty="0"/>
          </a:p>
        </p:txBody>
      </p:sp>
      <p:sp>
        <p:nvSpPr>
          <p:cNvPr id="343" name="Google Shape;343;p5"/>
          <p:cNvSpPr txBox="1">
            <a:spLocks noGrp="1"/>
          </p:cNvSpPr>
          <p:nvPr>
            <p:ph type="body" idx="1"/>
          </p:nvPr>
        </p:nvSpPr>
        <p:spPr>
          <a:xfrm>
            <a:off x="171450" y="4005594"/>
            <a:ext cx="8801100" cy="36909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4275" rIns="68569" bIns="34275" rtlCol="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344" name="Google Shape;344;p5"/>
          <p:cNvSpPr>
            <a:spLocks noGrp="1"/>
          </p:cNvSpPr>
          <p:nvPr>
            <p:ph type="pic" idx="2"/>
          </p:nvPr>
        </p:nvSpPr>
        <p:spPr>
          <a:xfrm>
            <a:off x="0" y="285750"/>
            <a:ext cx="9144000" cy="25717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904A49-A1F8-2412-366C-04AEACE22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slide – title one 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8FEAD2-B3D4-1EB5-6114-10A98D0AE5CF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>
            <a:normAutofit/>
          </a:bodyPr>
          <a:lstStyle/>
          <a:p>
            <a:r>
              <a:rPr lang="en-US" sz="2300" dirty="0"/>
              <a:t>Text goes here.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790E21-7BFC-BE70-9ADB-AB7A1D04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E274-8713-884F-B04F-B6B90AF4196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94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42EC73-41C4-1D41-F315-DDD17EAA9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slide w/image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B32AE1-CE8C-DC04-698A-1E2D0662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E274-8713-884F-B04F-B6B90AF4196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76DAA0-B03C-D4E2-E7EA-DBAA408A82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Text goes here.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979407D-0ABA-28C6-7A82-B65DAA4F74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5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7FB72C-FDB2-CFBD-F7DC-4131E56C2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slide w/two columns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FF34DC-D821-0AB7-71F2-6BF02DA02F1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20040" y="1368690"/>
            <a:ext cx="4194810" cy="3778779"/>
          </a:xfrm>
        </p:spPr>
        <p:txBody>
          <a:bodyPr/>
          <a:lstStyle/>
          <a:p>
            <a:r>
              <a:rPr lang="en-US" dirty="0"/>
              <a:t>Text goes here.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35592A2-7CF2-2B66-89E6-CC3B5C5EF82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629149" y="1368690"/>
            <a:ext cx="4194809" cy="3778779"/>
          </a:xfrm>
        </p:spPr>
        <p:txBody>
          <a:bodyPr/>
          <a:lstStyle/>
          <a:p>
            <a:r>
              <a:rPr lang="en-US" dirty="0"/>
              <a:t>Text goes here.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B77D16-4C52-9A70-63C2-435DDA382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E274-8713-884F-B04F-B6B90AF419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6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960BFA-6267-AA87-A66F-23DEB4474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slide – title one line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F779A5-7C1A-094D-56FC-9D19E1494C1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Text goes here.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F18888-700B-198E-1BEB-01C5BDC6C075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Text goes here.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8A07A0-CC25-1790-FC71-0F4B40AA59E5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Text goes here.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4BBC8A-239D-5CE7-D092-0EAC759A5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0B6C-CA73-B044-A89C-37F5E5CDE01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103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1"/>
          <p:cNvSpPr txBox="1">
            <a:spLocks noGrp="1"/>
          </p:cNvSpPr>
          <p:nvPr>
            <p:ph type="body" idx="1"/>
          </p:nvPr>
        </p:nvSpPr>
        <p:spPr>
          <a:xfrm>
            <a:off x="514350" y="3317921"/>
            <a:ext cx="1723870" cy="56291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4275" rIns="68569" bIns="34275" rtlCol="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470" name="Google Shape;470;p21"/>
          <p:cNvSpPr>
            <a:spLocks noGrp="1"/>
          </p:cNvSpPr>
          <p:nvPr>
            <p:ph type="pic" idx="2"/>
          </p:nvPr>
        </p:nvSpPr>
        <p:spPr>
          <a:xfrm>
            <a:off x="722930" y="1814253"/>
            <a:ext cx="1306709" cy="1306665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1" name="Google Shape;471;p21"/>
          <p:cNvSpPr txBox="1">
            <a:spLocks noGrp="1"/>
          </p:cNvSpPr>
          <p:nvPr>
            <p:ph type="title"/>
          </p:nvPr>
        </p:nvSpPr>
        <p:spPr>
          <a:xfrm>
            <a:off x="514350" y="806375"/>
            <a:ext cx="7927436" cy="4190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buSzPts val="3600"/>
            </a:pPr>
            <a:endParaRPr/>
          </a:p>
        </p:txBody>
      </p:sp>
      <p:sp>
        <p:nvSpPr>
          <p:cNvPr id="472" name="Google Shape;472;p21"/>
          <p:cNvSpPr txBox="1">
            <a:spLocks noGrp="1"/>
          </p:cNvSpPr>
          <p:nvPr>
            <p:ph type="body" idx="3"/>
          </p:nvPr>
        </p:nvSpPr>
        <p:spPr>
          <a:xfrm>
            <a:off x="514351" y="1230206"/>
            <a:ext cx="7927435" cy="36909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4275" rIns="68569" bIns="34275" rtlCol="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473" name="Google Shape;473;p21"/>
          <p:cNvSpPr txBox="1">
            <a:spLocks noGrp="1"/>
          </p:cNvSpPr>
          <p:nvPr>
            <p:ph type="body" idx="4"/>
          </p:nvPr>
        </p:nvSpPr>
        <p:spPr>
          <a:xfrm>
            <a:off x="2582205" y="3317921"/>
            <a:ext cx="1723870" cy="56291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4275" rIns="68569" bIns="34275" rtlCol="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474" name="Google Shape;474;p21"/>
          <p:cNvSpPr>
            <a:spLocks noGrp="1"/>
          </p:cNvSpPr>
          <p:nvPr>
            <p:ph type="pic" idx="5"/>
          </p:nvPr>
        </p:nvSpPr>
        <p:spPr>
          <a:xfrm>
            <a:off x="2790785" y="1814253"/>
            <a:ext cx="1306709" cy="1306665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5" name="Google Shape;475;p21"/>
          <p:cNvSpPr txBox="1">
            <a:spLocks noGrp="1"/>
          </p:cNvSpPr>
          <p:nvPr>
            <p:ph type="body" idx="6"/>
          </p:nvPr>
        </p:nvSpPr>
        <p:spPr>
          <a:xfrm>
            <a:off x="2582205" y="3951956"/>
            <a:ext cx="1723870" cy="9606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4275" rIns="68569" bIns="34275" rtlCol="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476" name="Google Shape;476;p21"/>
          <p:cNvSpPr txBox="1">
            <a:spLocks noGrp="1"/>
          </p:cNvSpPr>
          <p:nvPr>
            <p:ph type="body" idx="7"/>
          </p:nvPr>
        </p:nvSpPr>
        <p:spPr>
          <a:xfrm>
            <a:off x="6717916" y="3317921"/>
            <a:ext cx="1723870" cy="56291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4275" rIns="68569" bIns="34275" rtlCol="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477" name="Google Shape;477;p21"/>
          <p:cNvSpPr>
            <a:spLocks noGrp="1"/>
          </p:cNvSpPr>
          <p:nvPr>
            <p:ph type="pic" idx="8"/>
          </p:nvPr>
        </p:nvSpPr>
        <p:spPr>
          <a:xfrm>
            <a:off x="6926496" y="1814253"/>
            <a:ext cx="1306709" cy="1306665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8" name="Google Shape;478;p21"/>
          <p:cNvSpPr txBox="1">
            <a:spLocks noGrp="1"/>
          </p:cNvSpPr>
          <p:nvPr>
            <p:ph type="body" idx="9"/>
          </p:nvPr>
        </p:nvSpPr>
        <p:spPr>
          <a:xfrm>
            <a:off x="6717916" y="3931175"/>
            <a:ext cx="1723870" cy="10204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4275" rIns="68569" bIns="34275" rtlCol="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479" name="Google Shape;479;p21"/>
          <p:cNvSpPr txBox="1">
            <a:spLocks noGrp="1"/>
          </p:cNvSpPr>
          <p:nvPr>
            <p:ph type="body" idx="13"/>
          </p:nvPr>
        </p:nvSpPr>
        <p:spPr>
          <a:xfrm>
            <a:off x="4650060" y="3317921"/>
            <a:ext cx="1723870" cy="56291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4275" rIns="68569" bIns="34275" rtlCol="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480" name="Google Shape;480;p21"/>
          <p:cNvSpPr>
            <a:spLocks noGrp="1"/>
          </p:cNvSpPr>
          <p:nvPr>
            <p:ph type="pic" idx="14"/>
          </p:nvPr>
        </p:nvSpPr>
        <p:spPr>
          <a:xfrm>
            <a:off x="4858640" y="1814253"/>
            <a:ext cx="1306709" cy="1306665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1" name="Google Shape;481;p21"/>
          <p:cNvSpPr txBox="1">
            <a:spLocks noGrp="1"/>
          </p:cNvSpPr>
          <p:nvPr>
            <p:ph type="body" idx="15"/>
          </p:nvPr>
        </p:nvSpPr>
        <p:spPr>
          <a:xfrm>
            <a:off x="4650060" y="3931175"/>
            <a:ext cx="1723870" cy="10204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4275" rIns="68569" bIns="34275" rtlCol="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482" name="Google Shape;482;p21"/>
          <p:cNvSpPr txBox="1">
            <a:spLocks noGrp="1"/>
          </p:cNvSpPr>
          <p:nvPr>
            <p:ph type="body" idx="16"/>
          </p:nvPr>
        </p:nvSpPr>
        <p:spPr>
          <a:xfrm>
            <a:off x="518682" y="3951956"/>
            <a:ext cx="1723870" cy="9606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4275" rIns="68569" bIns="34275" rtlCol="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8"/>
          <p:cNvSpPr txBox="1">
            <a:spLocks noGrp="1"/>
          </p:cNvSpPr>
          <p:nvPr>
            <p:ph type="title"/>
          </p:nvPr>
        </p:nvSpPr>
        <p:spPr>
          <a:xfrm>
            <a:off x="0" y="2497088"/>
            <a:ext cx="9144000" cy="865603"/>
          </a:xfrm>
          <a:prstGeom prst="rect">
            <a:avLst/>
          </a:prstGeom>
          <a:gradFill>
            <a:gsLst>
              <a:gs pos="0">
                <a:srgbClr val="9A9A9A">
                  <a:alpha val="0"/>
                </a:srgbClr>
              </a:gs>
              <a:gs pos="67000">
                <a:srgbClr val="000000">
                  <a:alpha val="29803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>
            <a:noFill/>
          </a:ln>
          <a:effectLst>
            <a:outerShdw blurRad="12700" dist="12700" dir="5400000" algn="ctr" rotWithShape="0">
              <a:schemeClr val="dk1">
                <a:alpha val="49803"/>
              </a:schemeClr>
            </a:outerShdw>
          </a:effectLst>
        </p:spPr>
        <p:txBody>
          <a:bodyPr spcFirstLastPara="1" vert="horz" wrap="square" lIns="274313" tIns="274313" rIns="274313" bIns="68569" rtlCol="0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3E97E-54BA-B13A-DC5D-38116D9F6E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23C1ED-C1BE-B30F-8CE7-0655F82D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E274-8713-884F-B04F-B6B90AF4196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261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tanford University">
      <a:dk1>
        <a:srgbClr val="8C1515"/>
      </a:dk1>
      <a:lt1>
        <a:srgbClr val="FFFFFF"/>
      </a:lt1>
      <a:dk2>
        <a:srgbClr val="2E2C28"/>
      </a:dk2>
      <a:lt2>
        <a:srgbClr val="E7E6E6"/>
      </a:lt2>
      <a:accent1>
        <a:srgbClr val="4198B5"/>
      </a:accent1>
      <a:accent2>
        <a:srgbClr val="FEC51D"/>
      </a:accent2>
      <a:accent3>
        <a:srgbClr val="610059"/>
      </a:accent3>
      <a:accent4>
        <a:srgbClr val="279989"/>
      </a:accent4>
      <a:accent5>
        <a:srgbClr val="E98300"/>
      </a:accent5>
      <a:accent6>
        <a:srgbClr val="175E54"/>
      </a:accent6>
      <a:hlink>
        <a:srgbClr val="007C92"/>
      </a:hlink>
      <a:folHlink>
        <a:srgbClr val="969696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_16x10_Powerpoint" id="{62E98C51-2AA8-4F47-8167-E6080D49DC4E}" vid="{496DFCDF-3C0E-AA4A-9327-F003CCCFAA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70</Words>
  <Application>Microsoft Macintosh PowerPoint</Application>
  <PresentationFormat>On-screen Show (16:10)</PresentationFormat>
  <Paragraphs>21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Georgia</vt:lpstr>
      <vt:lpstr>Source Sans Pro</vt:lpstr>
      <vt:lpstr>Office Theme</vt:lpstr>
      <vt:lpstr>Presentation  Templates &amp; Guidelines</vt:lpstr>
      <vt:lpstr>Title</vt:lpstr>
      <vt:lpstr>Content slide – title one line</vt:lpstr>
      <vt:lpstr>Content slide w/image</vt:lpstr>
      <vt:lpstr>Comparison slide w/two columns</vt:lpstr>
      <vt:lpstr>Objective slide – title one line 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Templates &amp; Guidelines</dc:title>
  <dc:creator>Meriah Lee DeJoseph</dc:creator>
  <cp:lastModifiedBy>Meriah Lee DeJoseph</cp:lastModifiedBy>
  <cp:revision>8</cp:revision>
  <dcterms:created xsi:type="dcterms:W3CDTF">2024-03-18T18:45:01Z</dcterms:created>
  <dcterms:modified xsi:type="dcterms:W3CDTF">2024-04-01T18:25:46Z</dcterms:modified>
</cp:coreProperties>
</file>