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423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eus Mazzaferro" userId="59443b895b8c2f0e" providerId="LiveId" clId="{DB143EE4-58A1-4D6A-9A84-E0F5DD0D9992}"/>
    <pc:docChg chg="modSld">
      <pc:chgData name="Mateus Mazzaferro" userId="59443b895b8c2f0e" providerId="LiveId" clId="{DB143EE4-58A1-4D6A-9A84-E0F5DD0D9992}" dt="2024-12-19T17:59:13.782" v="6" actId="1076"/>
      <pc:docMkLst>
        <pc:docMk/>
      </pc:docMkLst>
      <pc:sldChg chg="modSp mod">
        <pc:chgData name="Mateus Mazzaferro" userId="59443b895b8c2f0e" providerId="LiveId" clId="{DB143EE4-58A1-4D6A-9A84-E0F5DD0D9992}" dt="2024-12-19T17:57:31.074" v="2" actId="1076"/>
        <pc:sldMkLst>
          <pc:docMk/>
          <pc:sldMk cId="1724863440" sldId="259"/>
        </pc:sldMkLst>
        <pc:picChg chg="mod">
          <ac:chgData name="Mateus Mazzaferro" userId="59443b895b8c2f0e" providerId="LiveId" clId="{DB143EE4-58A1-4D6A-9A84-E0F5DD0D9992}" dt="2024-12-19T17:57:31.074" v="2" actId="1076"/>
          <ac:picMkLst>
            <pc:docMk/>
            <pc:sldMk cId="1724863440" sldId="259"/>
            <ac:picMk id="13" creationId="{7BEB7007-09A1-2407-1813-7FF56B883CE7}"/>
          </ac:picMkLst>
        </pc:picChg>
        <pc:picChg chg="mod">
          <ac:chgData name="Mateus Mazzaferro" userId="59443b895b8c2f0e" providerId="LiveId" clId="{DB143EE4-58A1-4D6A-9A84-E0F5DD0D9992}" dt="2024-12-19T17:57:23.998" v="0" actId="1076"/>
          <ac:picMkLst>
            <pc:docMk/>
            <pc:sldMk cId="1724863440" sldId="259"/>
            <ac:picMk id="15" creationId="{6A5DBC99-1FA3-A36D-BABD-FCCF51065FFE}"/>
          </ac:picMkLst>
        </pc:picChg>
      </pc:sldChg>
      <pc:sldChg chg="modSp mod">
        <pc:chgData name="Mateus Mazzaferro" userId="59443b895b8c2f0e" providerId="LiveId" clId="{DB143EE4-58A1-4D6A-9A84-E0F5DD0D9992}" dt="2024-12-19T17:59:13.782" v="6" actId="1076"/>
        <pc:sldMkLst>
          <pc:docMk/>
          <pc:sldMk cId="694189310" sldId="260"/>
        </pc:sldMkLst>
        <pc:picChg chg="mod">
          <ac:chgData name="Mateus Mazzaferro" userId="59443b895b8c2f0e" providerId="LiveId" clId="{DB143EE4-58A1-4D6A-9A84-E0F5DD0D9992}" dt="2024-12-19T17:59:13.782" v="6" actId="1076"/>
          <ac:picMkLst>
            <pc:docMk/>
            <pc:sldMk cId="694189310" sldId="260"/>
            <ac:picMk id="15" creationId="{17F0070D-9A5B-AA40-6E4C-60E34B272437}"/>
          </ac:picMkLst>
        </pc:picChg>
      </pc:sldChg>
    </pc:docChg>
  </pc:docChgLst>
  <pc:docChgLst>
    <pc:chgData name="Mateus Mazzaferro" userId="59443b895b8c2f0e" providerId="LiveId" clId="{379BDBD3-84EE-4701-AA6A-765F5C87D875}"/>
    <pc:docChg chg="undo custSel addSld modSld">
      <pc:chgData name="Mateus Mazzaferro" userId="59443b895b8c2f0e" providerId="LiveId" clId="{379BDBD3-84EE-4701-AA6A-765F5C87D875}" dt="2024-11-13T03:09:05.611" v="523" actId="1076"/>
      <pc:docMkLst>
        <pc:docMk/>
      </pc:docMkLst>
      <pc:sldChg chg="new">
        <pc:chgData name="Mateus Mazzaferro" userId="59443b895b8c2f0e" providerId="LiveId" clId="{379BDBD3-84EE-4701-AA6A-765F5C87D875}" dt="2024-11-13T01:32:40.462" v="0" actId="680"/>
        <pc:sldMkLst>
          <pc:docMk/>
          <pc:sldMk cId="1665784409" sldId="256"/>
        </pc:sldMkLst>
      </pc:sldChg>
      <pc:sldChg chg="addSp delSp modSp new mod">
        <pc:chgData name="Mateus Mazzaferro" userId="59443b895b8c2f0e" providerId="LiveId" clId="{379BDBD3-84EE-4701-AA6A-765F5C87D875}" dt="2024-11-13T01:40:54.688" v="150" actId="1076"/>
        <pc:sldMkLst>
          <pc:docMk/>
          <pc:sldMk cId="219767536" sldId="257"/>
        </pc:sldMkLst>
        <pc:picChg chg="add mod">
          <ac:chgData name="Mateus Mazzaferro" userId="59443b895b8c2f0e" providerId="LiveId" clId="{379BDBD3-84EE-4701-AA6A-765F5C87D875}" dt="2024-11-13T01:40:54.688" v="150" actId="1076"/>
          <ac:picMkLst>
            <pc:docMk/>
            <pc:sldMk cId="219767536" sldId="257"/>
            <ac:picMk id="8" creationId="{6FA10AA6-EF8A-6C41-773C-539B69F12F34}"/>
          </ac:picMkLst>
        </pc:picChg>
      </pc:sldChg>
      <pc:sldChg chg="modSp new mod">
        <pc:chgData name="Mateus Mazzaferro" userId="59443b895b8c2f0e" providerId="LiveId" clId="{379BDBD3-84EE-4701-AA6A-765F5C87D875}" dt="2024-11-13T01:46:12.167" v="404" actId="13926"/>
        <pc:sldMkLst>
          <pc:docMk/>
          <pc:sldMk cId="1976287200" sldId="258"/>
        </pc:sldMkLst>
        <pc:spChg chg="mod">
          <ac:chgData name="Mateus Mazzaferro" userId="59443b895b8c2f0e" providerId="LiveId" clId="{379BDBD3-84EE-4701-AA6A-765F5C87D875}" dt="2024-11-13T01:46:12.167" v="404" actId="13926"/>
          <ac:spMkLst>
            <pc:docMk/>
            <pc:sldMk cId="1976287200" sldId="258"/>
            <ac:spMk id="3" creationId="{271F9433-15BB-3E13-1833-39D3557EE84C}"/>
          </ac:spMkLst>
        </pc:spChg>
      </pc:sldChg>
      <pc:sldChg chg="addSp delSp modSp new mod">
        <pc:chgData name="Mateus Mazzaferro" userId="59443b895b8c2f0e" providerId="LiveId" clId="{379BDBD3-84EE-4701-AA6A-765F5C87D875}" dt="2024-11-13T03:03:06.841" v="471" actId="1076"/>
        <pc:sldMkLst>
          <pc:docMk/>
          <pc:sldMk cId="1724863440" sldId="259"/>
        </pc:sldMkLst>
        <pc:spChg chg="mod">
          <ac:chgData name="Mateus Mazzaferro" userId="59443b895b8c2f0e" providerId="LiveId" clId="{379BDBD3-84EE-4701-AA6A-765F5C87D875}" dt="2024-11-13T02:59:52.747" v="466" actId="1076"/>
          <ac:spMkLst>
            <pc:docMk/>
            <pc:sldMk cId="1724863440" sldId="259"/>
            <ac:spMk id="2" creationId="{F09880C2-E5AC-55F5-DAB6-96FE96E3A43B}"/>
          </ac:spMkLst>
        </pc:spChg>
        <pc:picChg chg="add mod">
          <ac:chgData name="Mateus Mazzaferro" userId="59443b895b8c2f0e" providerId="LiveId" clId="{379BDBD3-84EE-4701-AA6A-765F5C87D875}" dt="2024-11-13T02:50:15.279" v="422" actId="1076"/>
          <ac:picMkLst>
            <pc:docMk/>
            <pc:sldMk cId="1724863440" sldId="259"/>
            <ac:picMk id="5" creationId="{05582E03-9BBE-394F-83AF-8095A8478B80}"/>
          </ac:picMkLst>
        </pc:picChg>
        <pc:picChg chg="add mod">
          <ac:chgData name="Mateus Mazzaferro" userId="59443b895b8c2f0e" providerId="LiveId" clId="{379BDBD3-84EE-4701-AA6A-765F5C87D875}" dt="2024-11-13T02:50:32.204" v="425" actId="1076"/>
          <ac:picMkLst>
            <pc:docMk/>
            <pc:sldMk cId="1724863440" sldId="259"/>
            <ac:picMk id="7" creationId="{89931164-1293-EEF4-AF7A-E801FE3D9AE2}"/>
          </ac:picMkLst>
        </pc:picChg>
        <pc:picChg chg="add mod">
          <ac:chgData name="Mateus Mazzaferro" userId="59443b895b8c2f0e" providerId="LiveId" clId="{379BDBD3-84EE-4701-AA6A-765F5C87D875}" dt="2024-11-13T02:51:27.268" v="430" actId="1076"/>
          <ac:picMkLst>
            <pc:docMk/>
            <pc:sldMk cId="1724863440" sldId="259"/>
            <ac:picMk id="9" creationId="{2E987B73-B63C-98B2-4D7B-BDAD04AB798E}"/>
          </ac:picMkLst>
        </pc:picChg>
        <pc:picChg chg="add mod">
          <ac:chgData name="Mateus Mazzaferro" userId="59443b895b8c2f0e" providerId="LiveId" clId="{379BDBD3-84EE-4701-AA6A-765F5C87D875}" dt="2024-11-13T02:51:43.638" v="433" actId="1076"/>
          <ac:picMkLst>
            <pc:docMk/>
            <pc:sldMk cId="1724863440" sldId="259"/>
            <ac:picMk id="11" creationId="{BF086221-A864-274F-E81C-8DA9B0B83BE9}"/>
          </ac:picMkLst>
        </pc:picChg>
        <pc:picChg chg="add mod">
          <ac:chgData name="Mateus Mazzaferro" userId="59443b895b8c2f0e" providerId="LiveId" clId="{379BDBD3-84EE-4701-AA6A-765F5C87D875}" dt="2024-11-13T03:02:53.052" v="468" actId="14100"/>
          <ac:picMkLst>
            <pc:docMk/>
            <pc:sldMk cId="1724863440" sldId="259"/>
            <ac:picMk id="13" creationId="{7BEB7007-09A1-2407-1813-7FF56B883CE7}"/>
          </ac:picMkLst>
        </pc:picChg>
        <pc:picChg chg="add mod">
          <ac:chgData name="Mateus Mazzaferro" userId="59443b895b8c2f0e" providerId="LiveId" clId="{379BDBD3-84EE-4701-AA6A-765F5C87D875}" dt="2024-11-13T03:03:06.841" v="471" actId="1076"/>
          <ac:picMkLst>
            <pc:docMk/>
            <pc:sldMk cId="1724863440" sldId="259"/>
            <ac:picMk id="15" creationId="{6A5DBC99-1FA3-A36D-BABD-FCCF51065FFE}"/>
          </ac:picMkLst>
        </pc:picChg>
      </pc:sldChg>
      <pc:sldChg chg="addSp delSp modSp new mod">
        <pc:chgData name="Mateus Mazzaferro" userId="59443b895b8c2f0e" providerId="LiveId" clId="{379BDBD3-84EE-4701-AA6A-765F5C87D875}" dt="2024-11-13T03:09:05.611" v="523" actId="1076"/>
        <pc:sldMkLst>
          <pc:docMk/>
          <pc:sldMk cId="694189310" sldId="260"/>
        </pc:sldMkLst>
        <pc:spChg chg="mod">
          <ac:chgData name="Mateus Mazzaferro" userId="59443b895b8c2f0e" providerId="LiveId" clId="{379BDBD3-84EE-4701-AA6A-765F5C87D875}" dt="2024-11-13T03:04:15.729" v="498" actId="20577"/>
          <ac:spMkLst>
            <pc:docMk/>
            <pc:sldMk cId="694189310" sldId="260"/>
            <ac:spMk id="2" creationId="{E2D9A211-9C7B-C2BB-5D60-B9E64EE6D217}"/>
          </ac:spMkLst>
        </pc:spChg>
        <pc:picChg chg="add mod">
          <ac:chgData name="Mateus Mazzaferro" userId="59443b895b8c2f0e" providerId="LiveId" clId="{379BDBD3-84EE-4701-AA6A-765F5C87D875}" dt="2024-11-13T03:04:31.069" v="502" actId="1076"/>
          <ac:picMkLst>
            <pc:docMk/>
            <pc:sldMk cId="694189310" sldId="260"/>
            <ac:picMk id="5" creationId="{3A9F4DA9-07AC-12AB-044A-7359C4A867F4}"/>
          </ac:picMkLst>
        </pc:picChg>
        <pc:picChg chg="add mod">
          <ac:chgData name="Mateus Mazzaferro" userId="59443b895b8c2f0e" providerId="LiveId" clId="{379BDBD3-84EE-4701-AA6A-765F5C87D875}" dt="2024-11-13T03:07:06.465" v="512" actId="1076"/>
          <ac:picMkLst>
            <pc:docMk/>
            <pc:sldMk cId="694189310" sldId="260"/>
            <ac:picMk id="7" creationId="{CC1F01FA-9EEB-A0FE-4FA8-9988034110ED}"/>
          </ac:picMkLst>
        </pc:picChg>
        <pc:picChg chg="add mod">
          <ac:chgData name="Mateus Mazzaferro" userId="59443b895b8c2f0e" providerId="LiveId" clId="{379BDBD3-84EE-4701-AA6A-765F5C87D875}" dt="2024-11-13T03:08:58.530" v="519" actId="1076"/>
          <ac:picMkLst>
            <pc:docMk/>
            <pc:sldMk cId="694189310" sldId="260"/>
            <ac:picMk id="9" creationId="{43CF987E-9025-0019-18CB-6134D1F9316A}"/>
          </ac:picMkLst>
        </pc:picChg>
        <pc:picChg chg="add mod">
          <ac:chgData name="Mateus Mazzaferro" userId="59443b895b8c2f0e" providerId="LiveId" clId="{379BDBD3-84EE-4701-AA6A-765F5C87D875}" dt="2024-11-13T03:08:56.522" v="518" actId="1076"/>
          <ac:picMkLst>
            <pc:docMk/>
            <pc:sldMk cId="694189310" sldId="260"/>
            <ac:picMk id="11" creationId="{5B86E6DF-CFA1-6968-2FD0-16AE55A414DD}"/>
          </ac:picMkLst>
        </pc:picChg>
        <pc:picChg chg="add mod">
          <ac:chgData name="Mateus Mazzaferro" userId="59443b895b8c2f0e" providerId="LiveId" clId="{379BDBD3-84EE-4701-AA6A-765F5C87D875}" dt="2024-11-13T03:09:00.228" v="520" actId="1076"/>
          <ac:picMkLst>
            <pc:docMk/>
            <pc:sldMk cId="694189310" sldId="260"/>
            <ac:picMk id="13" creationId="{484FE270-E4F3-1CD1-CF89-94A193B90B2C}"/>
          </ac:picMkLst>
        </pc:picChg>
        <pc:picChg chg="add mod">
          <ac:chgData name="Mateus Mazzaferro" userId="59443b895b8c2f0e" providerId="LiveId" clId="{379BDBD3-84EE-4701-AA6A-765F5C87D875}" dt="2024-11-13T03:09:05.611" v="523" actId="1076"/>
          <ac:picMkLst>
            <pc:docMk/>
            <pc:sldMk cId="694189310" sldId="260"/>
            <ac:picMk id="15" creationId="{17F0070D-9A5B-AA40-6E4C-60E34B27243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77212-928C-09D1-D598-158540D990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C505BD-EEC8-6C91-F4AB-352454A2E4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71FF9C-C079-8184-66FD-DB259FA93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EFF93-553C-403D-A6FF-7E8EE1B42D2E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8F8BA6-8C19-B040-3DAE-82CF2E989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E72695-2B3A-A9E1-38FB-9F3B26B7D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30E37-0C94-40F0-BD39-0C54CA7DA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533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D4494-20D9-A9BC-5808-2E289C864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BFF6C-1FB7-49E9-BCD3-9DD0998C51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B8BDD-F594-B8A0-1C9D-240BE1075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EFF93-553C-403D-A6FF-7E8EE1B42D2E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0BF3E8-7E8E-B416-E13E-2FEBBA895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F7431-3B61-0B7B-027A-5C1198ACE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30E37-0C94-40F0-BD39-0C54CA7DA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230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2316E-BB44-11AE-8842-E02DF959D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D55CED-7A50-6826-9897-EBE645C6FF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FA10D9-4BA6-9010-C731-77EBA29A3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EFF93-553C-403D-A6FF-7E8EE1B42D2E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1C5CE-CC8D-C624-7EBA-2DB25F503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DFD5A-D905-DA17-BB4E-708021CA0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30E37-0C94-40F0-BD39-0C54CA7DA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976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3EB01-9EBD-D16F-3527-ED8ED28A5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5CEEA-9FDC-E8DA-73D1-551B1F5F78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2A140F-843D-E638-14B7-F4D4AB1884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F05703-7704-E506-BFAF-649D8BC6C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EFF93-553C-403D-A6FF-7E8EE1B42D2E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493208-9E0A-80BC-3077-AC4442D8E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66A0CE-313B-A1B5-EC23-B08F55D26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30E37-0C94-40F0-BD39-0C54CA7DA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985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BC043-7B31-F165-A9E8-CFED87325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C704EF-CFF3-64BE-F22A-2C30D0808B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994A6E-5425-8CDC-B411-D2CA1888F9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E6E161-77BC-BFDC-8E45-C2E1CC0BD9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6337C6-6830-51E8-9FA2-1687D85BC2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2ABE3D-FAAD-5F8A-F0FC-9EA732E4A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EFF93-553C-403D-A6FF-7E8EE1B42D2E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251286-2275-8EFC-8CFF-F00DD1F9D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BAC5FB-414D-A353-E816-5779BA502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30E37-0C94-40F0-BD39-0C54CA7DA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788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021A2-DC2D-8737-0DD5-BFC98B6C4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13C40D-6E66-3893-54D7-62FA50AF5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EFF93-553C-403D-A6FF-7E8EE1B42D2E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B69C7B-CA5C-7A30-B7DC-214C94F74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E65A72-8B44-8FE9-D3FA-47E42E402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30E37-0C94-40F0-BD39-0C54CA7DA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365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88995E-8AFE-D34B-4D4C-2A3D7D5C5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EFF93-553C-403D-A6FF-7E8EE1B42D2E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8A62DB-6B95-F000-1125-43BDDA0BA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6DDE81-2719-2324-1CD8-A8161002E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30E37-0C94-40F0-BD39-0C54CA7DA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666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72143-A15D-CB0C-D116-8EFE667DE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B9956-6895-7563-9200-7309AFAEB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4E76EA-82DD-9E3D-B8AD-1F87155E81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D2A71E-B0A3-67F6-7B38-1E1363050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EFF93-553C-403D-A6FF-7E8EE1B42D2E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B5A1BE-026B-4CB3-28C5-D09E8CAD9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F72F80-E555-171F-69D6-A541C2E0A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30E37-0C94-40F0-BD39-0C54CA7DA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179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AEC47-C9A2-BC4F-C330-F6DF92F95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76FD45-B8F8-8D66-E259-2971C53791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00E4E0-3CF5-A241-4104-009729B90F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BCD063-BEAB-9530-5E07-7CFBEB2F0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EFF93-553C-403D-A6FF-7E8EE1B42D2E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A7D78E-DFDC-0F51-CA4E-20926D47E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5D3D8D-B647-C6C9-2A85-DCE6ACAE8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30E37-0C94-40F0-BD39-0C54CA7DA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14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526FD-92DD-828B-F529-9534C2A9B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B58E00-E71B-2BAB-6AD0-37B4269519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BBAC19-98DD-8C1A-0FE7-6C640DA7A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EFF93-553C-403D-A6FF-7E8EE1B42D2E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090FD-5FF5-FFBE-522E-3FB05B431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38ACE0-CCC9-5907-4194-1454A7669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30E37-0C94-40F0-BD39-0C54CA7DA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887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240C78-E50F-4202-6E00-9F3B021C3A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450349-E999-BFDE-B745-1AB986D6C4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6D82B-2721-19FE-228A-2A64E4412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EFF93-553C-403D-A6FF-7E8EE1B42D2E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6FECD-7A5C-22BB-B854-9A2DFDFC4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002798-FA6B-8C0C-415F-E0786C99E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30E37-0C94-40F0-BD39-0C54CA7DA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594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CD5E41-56BA-18FB-1DAC-95F1ED298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1A3A77-933D-E373-731B-A17A34ADC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47EE79-89B5-9EE6-BCEB-706543CE83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6EFF93-553C-403D-A6FF-7E8EE1B42D2E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F502A0-7A47-3343-236D-D2419A97C4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CC1914-804E-1E5A-84EA-FC18018879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530E37-0C94-40F0-BD39-0C54CA7DA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013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3E0D9-C57D-40F1-DF48-4C0DD572BF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8A3581-017D-6F46-7C1D-774B8E6618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784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FA10AA6-EF8A-6C41-773C-539B69F12F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513" y="1298225"/>
            <a:ext cx="11210925" cy="405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67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032F6-35FB-237C-B0CC-7ED68DD2F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F9433-15BB-3E13-1833-39D3557EE8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Multiplicity = number of different arrangements </a:t>
            </a:r>
          </a:p>
          <a:p>
            <a:pPr marL="0" indent="0">
              <a:buNone/>
            </a:pPr>
            <a:r>
              <a:rPr lang="en-US" dirty="0"/>
              <a:t>Instability = degree to which the same arrangement repeats itself at the same timeslot over historical time</a:t>
            </a:r>
          </a:p>
          <a:p>
            <a:pPr marL="0" indent="0">
              <a:buNone/>
            </a:pPr>
            <a:r>
              <a:rPr lang="en-US" dirty="0"/>
              <a:t>Search = are you searching yes/no?</a:t>
            </a:r>
          </a:p>
          <a:p>
            <a:pPr marL="0" indent="0">
              <a:buNone/>
            </a:pPr>
            <a:r>
              <a:rPr lang="en-US" dirty="0"/>
              <a:t>Inadequacy with work schedule = </a:t>
            </a:r>
            <a:r>
              <a:rPr lang="en-US" dirty="0">
                <a:highlight>
                  <a:srgbClr val="FFFF00"/>
                </a:highlight>
              </a:rPr>
              <a:t>don’t know</a:t>
            </a:r>
          </a:p>
        </p:txBody>
      </p:sp>
    </p:spTree>
    <p:extLst>
      <p:ext uri="{BB962C8B-B14F-4D97-AF65-F5344CB8AC3E}">
        <p14:creationId xmlns:p14="http://schemas.microsoft.com/office/powerpoint/2010/main" val="1976287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880C2-E5AC-55F5-DAB6-96FE96E3A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989"/>
            <a:ext cx="10515600" cy="1325563"/>
          </a:xfrm>
        </p:spPr>
        <p:txBody>
          <a:bodyPr/>
          <a:lstStyle/>
          <a:p>
            <a:r>
              <a:rPr lang="en-US" dirty="0"/>
              <a:t>Instability (stochastic unpredictability)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582E03-9BBE-394F-83AF-8095A8478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501559"/>
            <a:ext cx="3324225" cy="9575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931164-1293-EEF4-AF7A-E801FE3D9A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806" y="2524025"/>
            <a:ext cx="3705225" cy="9049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E987B73-B63C-98B2-4D7B-BDAD04AB79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3595557"/>
            <a:ext cx="3797710" cy="124987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F086221-A864-274F-E81C-8DA9B0B83B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806" y="5356441"/>
            <a:ext cx="4100052" cy="90605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BEB7007-09A1-2407-1813-7FF56B883C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4426" y="3699711"/>
            <a:ext cx="4433704" cy="294001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A5DBC99-1FA3-A36D-BABD-FCCF51065F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9243" y="1533972"/>
            <a:ext cx="3932903" cy="1850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863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9A211-9C7B-C2BB-5D60-B9E64EE6D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Predictability paradigm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9F4DA9-07AC-12AB-044A-7359C4A867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103" y="1503787"/>
            <a:ext cx="4827639" cy="17348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1F01FA-9EEB-A0FE-4FA8-998803411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290" y="3429000"/>
            <a:ext cx="5506065" cy="26395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3CF987E-9025-0019-18CB-6134D1F931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312" y="2371227"/>
            <a:ext cx="4092557" cy="12454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B86E6DF-CFA1-6968-2FD0-16AE55A414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9210" y="66383"/>
            <a:ext cx="3874429" cy="22669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84FE270-E4F3-1CD1-CF89-94A193B90B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1507" y="3666797"/>
            <a:ext cx="3532165" cy="126076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7F0070D-9A5B-AA40-6E4C-60E34B2724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5135" y="4927560"/>
            <a:ext cx="3106218" cy="1909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189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46</Words>
  <Application>Microsoft Office PowerPoint</Application>
  <PresentationFormat>Widescreen</PresentationFormat>
  <Paragraphs>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Instability (stochastic unpredictability)</vt:lpstr>
      <vt:lpstr>Predictability paradigm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Mateus Mazzaferro</dc:creator>
  <cp:lastModifiedBy>Mateus Mazzaferro</cp:lastModifiedBy>
  <cp:revision>1</cp:revision>
  <dcterms:created xsi:type="dcterms:W3CDTF">2024-11-13T01:32:34Z</dcterms:created>
  <dcterms:modified xsi:type="dcterms:W3CDTF">2024-12-19T17:59:19Z</dcterms:modified>
</cp:coreProperties>
</file>